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MLOps Career Paths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From Fresher to Expert: Opportunities &amp; Transitions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The MLOps Job Market Explosion 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Market Growth &amp;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MLOps emerges as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8288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Few hundred jobs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Rapid growth begins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3774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10,000+ job openings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Massive demand spike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100,000+ job openings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74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Critical skill shortage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47472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Highest paying tech role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Salary Growth in MLOps 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Career Progression Salaries (Annual, USD)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Junior MLOps (0-2 yrs)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$100K - $140K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Mid-Level (2-5 yrs)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$140K - $200K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31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Senior MLOps (5-8 yrs)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$180K - $250K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5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Staff/Principal (8+ yrs)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375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$250K - $400K+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⭐⭐⭐⭐⭐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7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ML Platform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404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$200K - $320K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404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⭐⭐⭐⭐⭐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3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AI/ML Director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433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AC52"/>
                </a:solidFill>
              </a:defRPr>
            </a:pPr>
            <a:r>
              <a:t>$250K - $500K+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34339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C000"/>
                </a:solidFill>
              </a:defRPr>
            </a:pPr>
            <a:r>
              <a:t>⭐⭐⭐⭐⭐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Year 0-2: Immediate Opportunities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Entry-Level &amp; Junior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MLOps Engineer (Junior)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Build pipelines, manage experiments, Docker, K8s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Startups,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Data Pipeline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Airflow, Spark, data infrastructure,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Data-Heavy 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ML Systems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Models → Production, API serving,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ML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DevOps + ML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Container orchestration, CI/CD for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Cloud 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Intern → Full-time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Get hired directly after 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023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Any FAANG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Year 2-5: Specialization Paths 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Choose Your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Path A: Deep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Kubernetes expert → Platform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Infrastructure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Path B: ML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774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Model serving → ML Engineer/Scientist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Path C: Data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Data pipelines → Data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Data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Path D: Full-Stack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747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End-to-end systems → Solutions 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Big picture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Path E: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233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Tech lead → Engineering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Team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Year 5+: Leadership &amp; Expertise 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Senior MLOps Engineer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$180K-$250K | Design systems, mentoring,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ML Platform Engineer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$200K-$280K | Build company-wide ML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Staff Engineer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$220K-$350K | Influence across org, strategic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03320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Engineering Manager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$180K-$280K | Lead 5-10 engineers, team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80559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Technical Director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$250K-$400K+ | Multiple teams, strategy &amp;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57799"/>
            <a:ext cx="7680960" cy="594360"/>
          </a:xfrm>
          <a:prstGeom prst="rect">
            <a:avLst/>
          </a:prstGeom>
          <a:solidFill>
            <a:srgbClr val="E6F0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VP Engineering</a:t>
            </a:r>
          </a:p>
          <a:p>
            <a:pPr>
              <a:defRPr sz="1000">
                <a:solidFill>
                  <a:srgbClr val="595959"/>
                </a:solidFill>
              </a:defRPr>
            </a:pPr>
            <a:r>
              <a:t>$300K-$500K+ | Org-wide ML systems, business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Top Companies Hiring MLOps Engineers 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Highest Salary &amp; Growth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FAANG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Google, Meta, Apple, Netflix, Amazon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$200K-$400K+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ML Unicorns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OpenAI, Anthropic, Hugging Face,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23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$180K-$350K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Cloud Giants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Microsoft Azure, Google Cloud, 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$180K-$320K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7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AI Startups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1187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Stripe, Retool, Figma, Magic.dev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11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$150K-$300K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Enterprise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062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JPMorgan, Goldman, IBM, Accenture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$150K-$280K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Remote-First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GitLab, Figma, Zapier, 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$140K-$250K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Geographic Opportunities 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Where to Work (Salary &amp; Demand)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San Francisco/Bay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$250K-$400K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Highest salaries, top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New York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$200K-$350K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Finance + Tech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Seattle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517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$200K-$350K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AWS, Microsoft presence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London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632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£150K-£250K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Growing EU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Bangalore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474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747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₹40L-₹80L ($50K-$100K)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747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Startup hotspot, low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Toronto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886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Canada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862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$150K-$250K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Tech growth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97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Singapore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297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Asia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2976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SGD$200K-$350K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Asia-Pacific 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091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Remote/Distributed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709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Global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091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$150K-$300K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7091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959"/>
                </a:solidFill>
              </a:defRPr>
            </a:pPr>
            <a:r>
              <a:t>Most flexible, global talent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Skills That Command Higher Salaries 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Investments for Career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LLM &amp;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Transformers, prompt engineering,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737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+$30-50K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Advanced ML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7627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Feature stores, model ops, monitoring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+$20-40K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Cloud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151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AWS/GCP/Azure certification +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15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+$20-30K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5409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Architecture patterns, 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5409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+$30-50K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Team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Engineering manager, people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9300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+$40-80K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Product Thinking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9319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Business acumen, metrics,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319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+$20-40K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70831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Research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70831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Publications, conference talks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7083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+$20-30K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Startup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80974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Early-stage building, risk-taking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80974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+$50-100K equity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Real Career Example: 10-Year Journey 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Realistic Career Path: Fresher → Senior Engineer →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Fresher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Learn MLOps, get hired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$0 → $120K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317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Junior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Build pipelines, fix bugs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$120K → $140K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8346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Mid-level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3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Lead features, mentor interns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$140K → $160K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33755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Senior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3755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Design systems,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$180K → $220K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5-6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84047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Staff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8404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Company-wide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$240K → $300K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39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Year 7-10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34339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95959"/>
                </a:solidFill>
              </a:defRPr>
            </a:pPr>
            <a:r>
              <a:t>Director/VP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34339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Lead teams,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3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AC52"/>
                </a:solidFill>
              </a:defRPr>
            </a:pPr>
            <a:r>
              <a:t>$300K+ → $500K+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Beyond Traditional Employment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Alternative Paths &amp; Side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Founder/Startup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Build own MLOps product/tool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Unlimited upside (equity)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042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Help companies build ML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042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$200-300/hour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Open Source 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7977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Build popular tools, attract 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797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Equity in funded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5526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Technical 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5526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Blog, books, courses about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5526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$5K-50K/year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Speaking/Conference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30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Give talks, build personal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$10K-100K+/year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Angel Investing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062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Invest in AI/ML startups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Returns 5-50x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7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Teaching/Course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681727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Teach on Udemy, Coursera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8172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$1K-50K/course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57215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Freelancer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157215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Contract work for multiple companies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572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AC52"/>
                </a:solidFill>
              </a:defRPr>
            </a:pPr>
            <a:r>
              <a:t>$150-250/hour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Future Trends: What's Next (2025-2030) 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Emerging Areas &amp; Skill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Fine-tuning, prompt engineering,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Massive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Edge AI/ML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0428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Models on devices, IoT,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Emerging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Federated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7977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Decentralized model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7977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High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5526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5526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Compliance, ethics, safety, auditing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5526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Critical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AutoML/NoCode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307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Automated model building &amp;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307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Market consolidation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GPU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062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Quantization, pruning, inference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Cost-critical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Multi-Modal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681727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Text + image + video + audio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81727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New frontier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57215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Model Monetization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157215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Turning models into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57215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FC000"/>
                </a:solidFill>
              </a:defRPr>
            </a:pPr>
            <a:r>
              <a:t>New skill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Your Action Plan for Maximum Growth 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72C4"/>
                </a:solidFill>
              </a:defRPr>
            </a:pPr>
            <a:r>
              <a:t>Do These Things for Career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Build in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288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Write blogs, speak at conferences, share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Builds reputation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Contribute to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6771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Get visibility, network, credibility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6771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Noticed by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06624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Stay Ahead of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0662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Learn LLMOps, federated learning, edge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0662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Future-proof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Build Portfolio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14553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3-4 end-to-end ML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45536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Hiring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84448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Network Intentionally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5844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LinkedIn, meetups, Twitter, industry friends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84448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Best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Seek Mentorship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02336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Find senior engineer/director mentors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2336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Accelerate 2-3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Get Certifications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6227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AWS, GCP, Kubernetes, MLflow certified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6227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+$10-20K salary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01184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Switch Companies Every 2-3 Yrs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0118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Jump at promotions, never stagnate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0118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6AC52"/>
                </a:solidFill>
              </a:defRPr>
            </a:pPr>
            <a:r>
              <a:t>+50% salary boost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090"/>
                </a:solidFill>
              </a:defRPr>
            </a:pPr>
            <a:r>
              <a:t>Key Takeaways 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MLOps is one of the fastest-growing, highest-paying tech careers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Multiple specialization paths available (infra, ML, data, management)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Geographic flexibility: work remote or from any major tech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Salary progression: $120K → $500K+ in 8-10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Continuous learning is key: LLMOps, edge AI, governance emerging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Side opportunities: consulting, teaching, open source, startups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Network &amp; visibility matter as much as technical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✓ Stay curious, build publicly, switch companies strategically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Your MLOps Career Awaits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Start Today. Grow Tomorrow. Lead Always.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