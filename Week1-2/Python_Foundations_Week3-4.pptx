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of these two weeks: not just learn Python, but build a small toolkit (mlkit) that the end-to-end MLOps project will reuse.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split across weeks is a suggestion; adjust to your session lengths. Each section adds one component to the toolkit.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folder once, then come back to this slide at the end of each section to tick off a component.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Fresher-friendly: each card is one idea. Everything here appears in the toolkit code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Notebook 01, cells 3-4. Stress: errors should be loud and clear, not silent.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Reusable block: mlkit/config.py and mlkit/logger.py. Every later script imports these.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Notebook 02. The speed demo is the hook; the seed demo is the MLOps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type the cells. After cell 6 of notebook 02 ask why a seed matters for MLOps (repeatable experiments).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Notebook 03, cells 1-3. Always inspect before you change anything.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box is one function in mlkit. The order matters: fix names and text before counting duplicates.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Reusable block: mlkit/cleaning.py. Run the before/after in notebook 03 cell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Notebook 03, cells 3-5. Point out: group means were inflated by outliers because we had not cleaned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Parquet keeps column types and is smaller than CSV. Validation blocks bad data before it reaches a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Cell 8 is the moment to ask: what would happen if this bad row reached the model?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environments, two projects fight over one set of libraries. A .venv folder gives each project its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steps on every OS; only activation differs. After activating, the prompt shows (.venv).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to the Git class: requirements.txt is committed, .venv is ignored.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Windows students follow the Windows commands from the previous slides; the script is for macOS / Linux.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right column is how the end-to-end project reuses each block. Nothing here is thrown 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which of these students have already hit.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Tasks extend the toolkit, so students practise the same habits they will use in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Python for MLOps: Weeks 3-4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468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Python basics, NumPy and pandas, data manipulation, virtual environments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We build reusable code blocks for the end-to-end MLOps project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Roadmap: two weeks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WEEK 3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2377440" cy="7315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508760"/>
            <a:ext cx="23774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Python basics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286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functions, errors, pathlib, logging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926080" y="1874520"/>
            <a:ext cx="45720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383280" y="1508760"/>
            <a:ext cx="2377440" cy="7315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383280" y="1508760"/>
            <a:ext cx="23774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NumPy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383280" y="2286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arrays, vectorization, seeds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760720" y="1874520"/>
            <a:ext cx="45720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6217920" y="1508760"/>
            <a:ext cx="2377440" cy="7315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0" y="1508760"/>
            <a:ext cx="23774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pandas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217920" y="2286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load, inspect, select, groupby, merge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28346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WEEK 4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8640" y="3246120"/>
            <a:ext cx="237744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3246120"/>
            <a:ext cx="23774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Data manipulation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4023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clean, features, validate, save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926080" y="3611880"/>
            <a:ext cx="45720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3383280" y="3246120"/>
            <a:ext cx="237744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383280" y="3246120"/>
            <a:ext cx="23774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Virtual environments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3383280" y="4023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venv, pip, requirements.txt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760720" y="3611880"/>
            <a:ext cx="45720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6217920" y="3246120"/>
            <a:ext cx="237744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217920" y="3246120"/>
            <a:ext cx="23774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Run the pipeline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6217920" y="4023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run_pipeline.py and tests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The toolkit we build, section by section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097280"/>
            <a:ext cx="182880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097280"/>
            <a:ext cx="182880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Python basics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2514600" y="1097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config.py, logger.py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5852160" y="1097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Paths, settings, readable logs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1645920"/>
            <a:ext cx="182880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1645920"/>
            <a:ext cx="182880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NumPy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2514600" y="1645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utils.py (set_seed), features.py (split)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852160" y="1645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Repeatable randomness and splits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2194560"/>
            <a:ext cx="182880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2194560"/>
            <a:ext cx="182880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pandas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2514600" y="2194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data_io.py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5852160" y="2194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Read and write csv and parquet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2743200"/>
            <a:ext cx="182880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Data manipulation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2514600" y="2743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cleaning.py, features.py, validation.py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5852160" y="2743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Clean, add features, check data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48640" y="3291840"/>
            <a:ext cx="1828800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3291840"/>
            <a:ext cx="182880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Virtual environments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2514600" y="3291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requirements.txt, setup_env.sh, .gitignore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5852160" y="3291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Same setup on every machine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548640" y="3840480"/>
            <a:ext cx="1828800" cy="457200"/>
          </a:xfrm>
          <a:prstGeom prst="roundRect">
            <a:avLst>
              <a:gd name="adj" fmla="val 16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48640" y="3840480"/>
            <a:ext cx="182880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Everything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2514600" y="3840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tests/, scripts/run_pipeline.py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5852160" y="3840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One command runs the whole flow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Python basics: what you need for MLOps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188720"/>
            <a:ext cx="2514600" cy="15544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188720"/>
            <a:ext cx="2514600" cy="7315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3716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Types and collections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8288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int, float, str, bool; list, dict, tuple, set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337560" y="1188720"/>
            <a:ext cx="2514600" cy="15544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37560" y="1188720"/>
            <a:ext cx="2514600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520440" y="13716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Functions, type hints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3520440" y="18288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Small functions, clear inputs and outputs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126480" y="1188720"/>
            <a:ext cx="2514600" cy="15544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26480" y="1188720"/>
            <a:ext cx="2514600" cy="7315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09360" y="13716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Control flow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309360" y="18288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if, for, comprehensions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2926080"/>
            <a:ext cx="2514600" cy="15544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48640" y="2926080"/>
            <a:ext cx="2514600" cy="73152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31089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Errors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35661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try/except, raise a clear message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3337560" y="2926080"/>
            <a:ext cx="2514600" cy="15544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337560" y="2926080"/>
            <a:ext cx="2514600" cy="73152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520440" y="31089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Files and pathlib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3520440" y="35661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Paths that work on every OS; json config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126480" y="2926080"/>
            <a:ext cx="2514600" cy="15544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126480" y="2926080"/>
            <a:ext cx="2514600" cy="7315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309360" y="31089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Modules and logging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6309360" y="35661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import your own code; log, do not print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Functions, type hints, errors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8872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Name inputs and outputs with type hints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One-line docstring: what it does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Handle expected errors (try/except)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Raise clear errors for bad input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Small functions with one job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3840480" y="1188720"/>
            <a:ext cx="4754880" cy="32004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77640" y="128016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churn_risk(tenure_months: int, tickets: int) -&gt; str: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"""Rule-of-thumb label (teaching example)."""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tenure_months &lt; 6 and tickets &gt;= 3: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"high"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"medium" if tickets &gt;= 3 else "low"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safe_ratio(a: float, b: float) -&gt; float: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a / b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ZeroDivisionError: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float("nan")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Project plumbing: paths, config, logging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8872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pathlib: paths that work on every OS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One config file for paths and the seed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Environment variable overrides the default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Logs show time, level and source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Use logs, not print, in pipelines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480560" y="1188720"/>
            <a:ext cx="4114800" cy="32004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617720" y="128016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mlkit/config.py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 = Path(__file__).resolve().parents[1]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DATA_RAW = ROOT / "data" / "raw"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DATA_PROCESSED = ROOT / "data" / "processed"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SEED = int(os.getenv("SEED", "42"))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anywhere in the project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mlkit.logger import get_logger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 = get_logger("pipeline")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log.info("read %d rows", len(df))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NumPy essentials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8872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Arrays hold one type, stored compactly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Math on whole arrays: no Python loops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shape, dtype, axis (0 = columns, 1 = rows)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Broadcasting scales every column at once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Boolean masks filter values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A seeded generator makes runs repeatable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3840480" y="1188720"/>
            <a:ext cx="4754880" cy="32004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77640" y="128016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np.arange(1_000_000)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 * 2).sum()                 # vectorized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m.sum(axis=0)                 # per column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scaled = (data - data.mean(axis=0)) / data.std(axis=0)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charges[charges &gt; 100]        # boolean mask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np.nanmean(charges)           # ignore NaN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rng = np.random.default_rng(42)   # seeded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rng.integers(0, 100, 5)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Demo 1: Python and NumPy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961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Notebooks 01 and 02 | run line by line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182880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325880"/>
            <a:ext cx="182880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Python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377440" y="1645920"/>
            <a:ext cx="246888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Text 5"/>
          <p:cNvSpPr txBox="1"/>
          <p:nvPr/>
        </p:nvSpPr>
        <p:spPr>
          <a:xfrm>
            <a:off x="548640" y="2011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Notebook 01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2331720"/>
            <a:ext cx="1828800" cy="14173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237744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functions, errors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Type hints, exceptions, pathlib, json, logging.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624328" y="1325880"/>
            <a:ext cx="182880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624328" y="1325880"/>
            <a:ext cx="182880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NumPy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453128" y="1645920"/>
            <a:ext cx="246888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2624328" y="2011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Notebook 02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624328" y="2331720"/>
            <a:ext cx="1828800" cy="14173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715768" y="237744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arrays, axis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Shape, dtype, vectorized math, 2D sums.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700016" y="1325880"/>
            <a:ext cx="182880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700016" y="1325880"/>
            <a:ext cx="182880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Broadcast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528816" y="1645920"/>
            <a:ext cx="246888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0" name="Text 17"/>
          <p:cNvSpPr txBox="1"/>
          <p:nvPr/>
        </p:nvSpPr>
        <p:spPr>
          <a:xfrm>
            <a:off x="4700016" y="2011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Notebook 02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700016" y="2331720"/>
            <a:ext cx="1828800" cy="14173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791456" y="237744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scale columns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Standardize every column in one line.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775704" y="1325880"/>
            <a:ext cx="182880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775704" y="1325880"/>
            <a:ext cx="182880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Seed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775704" y="2011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Notebook 02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775704" y="2331720"/>
            <a:ext cx="1828800" cy="14173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867144" y="237744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set_seed()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Same seed gives the same numbers; no seed does not.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48640" y="3931920"/>
            <a:ext cx="8046720" cy="7772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31520" y="393192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Watch for: 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NumPy is several times faster than a Python loop (about 8x in my test run; it varies by machine). After scaling, column means are 0 and standard deviations 1.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pandas: tables in Python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188720"/>
            <a:ext cx="868680" cy="36576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188720"/>
            <a:ext cx="86868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customer_id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1463040" y="1188720"/>
            <a:ext cx="868680" cy="36576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463040" y="1188720"/>
            <a:ext cx="86868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tenure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377440" y="1188720"/>
            <a:ext cx="868680" cy="36576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377440" y="1188720"/>
            <a:ext cx="86868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plan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91840" y="1188720"/>
            <a:ext cx="868680" cy="36576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291840" y="1188720"/>
            <a:ext cx="86868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churn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8640" y="1600200"/>
            <a:ext cx="868680" cy="347472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160020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1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463040" y="1600200"/>
            <a:ext cx="868680" cy="347472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463040" y="160020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7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377440" y="1600200"/>
            <a:ext cx="868680" cy="347472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377440" y="160020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standard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291840" y="1600200"/>
            <a:ext cx="868680" cy="347472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291840" y="160020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0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1984248"/>
            <a:ext cx="868680" cy="347472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198424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2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463040" y="1984248"/>
            <a:ext cx="868680" cy="347472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463040" y="198424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55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2377440" y="1984248"/>
            <a:ext cx="868680" cy="347472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377440" y="198424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basic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291840" y="1984248"/>
            <a:ext cx="868680" cy="347472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291840" y="198424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1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48640" y="2368296"/>
            <a:ext cx="868680" cy="347472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48640" y="236829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3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1463040" y="2368296"/>
            <a:ext cx="868680" cy="347472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463040" y="236829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47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2377440" y="2368296"/>
            <a:ext cx="868680" cy="347472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2377440" y="236829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standard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3291840" y="2368296"/>
            <a:ext cx="868680" cy="347472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3291840" y="236829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1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548640" y="288036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DataFrame = table of columns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One column = Series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Index = row labels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Each column has a dtype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4480560" y="1188720"/>
            <a:ext cx="4114800" cy="32004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4617720" y="128016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pd.read_csv("customers.csv")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df.shape; df.head(); df.info()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df.describe()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df.isna().sum()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df.duplicated().sum()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df.loc[0:2, ["plan"]]      # labels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df.iloc[0:3, 1:3]          # positions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df[(df.tickets &gt;= 4) &amp; (df.tenure &lt; 12)]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df.query("monthly_charges &gt; 100")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Data manipulation: the cleaning flow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73736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463040"/>
            <a:ext cx="17373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Raw file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97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read_table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286000" y="1783080"/>
            <a:ext cx="36576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2651760" y="1463040"/>
            <a:ext cx="173736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651760" y="1463040"/>
            <a:ext cx="17373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Inspect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560320" y="1097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head, info, isna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389120" y="1783080"/>
            <a:ext cx="36576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4754880" y="1463040"/>
            <a:ext cx="173736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54880" y="1463040"/>
            <a:ext cx="17373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Standardize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663440" y="1097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standardize_columns, clean_text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492240" y="1783080"/>
            <a:ext cx="36576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858000" y="1463040"/>
            <a:ext cx="173736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58000" y="1463040"/>
            <a:ext cx="17373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Remove duplicates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766560" y="1097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drop_duplicates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726680" y="2103120"/>
            <a:ext cx="0" cy="54864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 flipH="1">
            <a:off x="1417320" y="2651760"/>
            <a:ext cx="630936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417320" y="2651760"/>
            <a:ext cx="0" cy="36576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548640" y="3017520"/>
            <a:ext cx="173736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8640" y="3017520"/>
            <a:ext cx="17373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Fill missing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3703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fill_missing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2286000" y="3337560"/>
            <a:ext cx="36576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2651760" y="3017520"/>
            <a:ext cx="173736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651760" y="3017520"/>
            <a:ext cx="17373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Cap outliers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2560320" y="3703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clip_outliers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389120" y="3337560"/>
            <a:ext cx="36576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4754880" y="3017520"/>
            <a:ext cx="173736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754880" y="3017520"/>
            <a:ext cx="17373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Add features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4663440" y="3703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add_features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6492240" y="3337560"/>
            <a:ext cx="36576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6858000" y="3017520"/>
            <a:ext cx="173736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858000" y="3017520"/>
            <a:ext cx="17373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Validate + save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6766560" y="3703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validate, write_table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Never edit the raw file: every function returns a new DataFrame.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Missing values and outliers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88720"/>
            <a:ext cx="2743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Median is not pulled by extreme values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Cap outliers at quantiles, not by hand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Copy first: the original stays untouched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Check counts before and after each step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3474720" y="1188720"/>
            <a:ext cx="5120640" cy="32004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611880" y="128016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fill_missing(df, columns, strategy="median"):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strategy not in {"median", "mean", "mode"}: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ValueError(f"unknown strategy: {strategy}")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 = df.copy()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c in columns: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value = (out[c].mode().iloc[0] if strategy == "mode"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else getattr(out[c], strategy)())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out[c] = out[c].fillna(value)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out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clip_outliers(df, column, lower_q=0.01, upper_q=0.99):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 = df.copy()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lo, hi = out[column].quantile([lower_q, upper_q])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out[column] = out[column].clip(lo, hi)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out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GroupBy, merge and dates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88720"/>
            <a:ext cx="2926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groupby = split, apply, combine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Left merge keeps every row of the left table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Check the row count after every merge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Dates: extract month, weekday, period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3657600" y="1188720"/>
            <a:ext cx="4937760" cy="32004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794760" y="128016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df.groupby("plan").agg(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customers=("customer_id", "count"),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churn_rate=("churn", "mean"),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avg_charges=("monthly_charges", "mean"))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 = pd.DataFrame({"plan": ["basic", "standard"],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"list_price": [50, 80]})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df.merge(prices, on="plan", how="left")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df["start_month"] = df.start_date.dt.to_period("M")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df.groupby("start_month").size()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Validate, then save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188720"/>
            <a:ext cx="2377440" cy="640080"/>
          </a:xfrm>
          <a:prstGeom prst="roundRect">
            <a:avLst>
              <a:gd name="adj" fmla="val 11429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188720"/>
            <a:ext cx="237744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data/raw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original files, never edited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926080" y="1508760"/>
            <a:ext cx="45720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3383280" y="1188720"/>
            <a:ext cx="2377440" cy="64008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83280" y="1188720"/>
            <a:ext cx="237744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data/interim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338328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cleaning in progress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760720" y="1508760"/>
            <a:ext cx="45720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6217920" y="1188720"/>
            <a:ext cx="237744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17920" y="1188720"/>
            <a:ext cx="237744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data/processed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21792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ready for modelling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2331720"/>
            <a:ext cx="8046720" cy="19202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5800" y="2423160"/>
            <a:ext cx="7772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 = {"tenure_months": {"min": 1},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"plan": {"allowed": {"basic", "standard", "premium"}},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"churn": {"allowed": {0, 1}}}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validate(df, SCHEMA)        # raises ValidationError listing ALL problems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write_table(df, DATA_PROCESSED / "customers.parquet")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data_profile(df) gives rows, missing and duplicates: log it now, reuse it later as a baseline.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Demo 2: pandas and data manipulation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961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Notebook 03 | run top to bottom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182880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325880"/>
            <a:ext cx="182880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Inspect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377440" y="1645920"/>
            <a:ext cx="246888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Text 5"/>
          <p:cNvSpPr txBox="1"/>
          <p:nvPr/>
        </p:nvSpPr>
        <p:spPr>
          <a:xfrm>
            <a:off x="548640" y="2011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Cells 1-2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2331720"/>
            <a:ext cx="1828800" cy="14173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237744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info, isna, loc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Shape, types, missing values, duplicates, selection.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624328" y="1325880"/>
            <a:ext cx="182880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624328" y="1325880"/>
            <a:ext cx="182880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Summarize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453128" y="1645920"/>
            <a:ext cx="246888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2624328" y="2011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Cells 3-5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624328" y="2331720"/>
            <a:ext cx="1828800" cy="14173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715768" y="237744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groupby, merge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Churn rate by plan, left merge, dates.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700016" y="1325880"/>
            <a:ext cx="182880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700016" y="1325880"/>
            <a:ext cx="182880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Clean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528816" y="1645920"/>
            <a:ext cx="246888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0" name="Text 17"/>
          <p:cNvSpPr txBox="1"/>
          <p:nvPr/>
        </p:nvSpPr>
        <p:spPr>
          <a:xfrm>
            <a:off x="4700016" y="2011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Cell 6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700016" y="2331720"/>
            <a:ext cx="1828800" cy="14173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791456" y="237744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mlkit.cleaning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Dedupe, fill missing, cap outliers.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775704" y="1325880"/>
            <a:ext cx="182880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775704" y="1325880"/>
            <a:ext cx="182880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Validate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775704" y="2011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Cells 7-8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775704" y="2331720"/>
            <a:ext cx="1828800" cy="14173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867144" y="237744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validate, parquet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Check schema, save, then break it on purpose.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48640" y="3931920"/>
            <a:ext cx="8046720" cy="7772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31520" y="393192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Watch for: 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3,025 raw rows become 3,000 after removing duplicates. Max monthly_charges drops from 9999 to 119.38. Group averages before cleaning are inflated by the outliers. Bad data is blocked with a clear message.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Virtual environments: why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188720"/>
            <a:ext cx="1645920" cy="7315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188720"/>
            <a:ext cx="164592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Project A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194560" y="1554480"/>
            <a:ext cx="54864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2743200" y="1188720"/>
            <a:ext cx="219456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743200" y="1188720"/>
            <a:ext cx="219456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.venv: its own libraries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194560"/>
            <a:ext cx="1645920" cy="7315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2194560"/>
            <a:ext cx="164592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Project B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194560" y="2560320"/>
            <a:ext cx="54864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743200" y="2194560"/>
            <a:ext cx="219456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743200" y="2194560"/>
            <a:ext cx="219456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.venv: its own libraries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3291840"/>
            <a:ext cx="4389120" cy="640080"/>
          </a:xfrm>
          <a:prstGeom prst="roundRect">
            <a:avLst>
              <a:gd name="adj" fmla="val 11429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3291840"/>
            <a:ext cx="438912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System Python: left untouched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303520" y="1188720"/>
            <a:ext cx="3291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Different projects need different library versions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Teammates get the same setup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Delete the folder to start fresh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Never commit .venv to Git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Virtual environment commands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97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macOS / Linux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3840480" cy="155448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50876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python3 -m venv .venv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.venv/bin/activate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freeze &gt; requirements.txt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deactivate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754880" y="1097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Windows (Command Prompt)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754880" y="1417320"/>
            <a:ext cx="3840480" cy="155448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92040" y="150876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 -m venv .venv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.venv\Scripts\activate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freeze &gt; requirements.txt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deactivate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2004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create, activate, install, save, leave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freeze saves every installed package; a short hand-written file lists only the main libraries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reproducible setup in five steps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737360"/>
            <a:ext cx="1371600" cy="822960"/>
          </a:xfrm>
          <a:prstGeom prst="roundRect">
            <a:avLst>
              <a:gd name="adj" fmla="val 888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737360"/>
            <a:ext cx="137160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Create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606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.venv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920240" y="2148840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2194560" y="1737360"/>
            <a:ext cx="1371600" cy="822960"/>
          </a:xfrm>
          <a:prstGeom prst="roundRect">
            <a:avLst>
              <a:gd name="adj" fmla="val 888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194560" y="1737360"/>
            <a:ext cx="137160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Install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2103120" y="2606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...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566160" y="2148840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840480" y="1737360"/>
            <a:ext cx="137160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840480" y="1737360"/>
            <a:ext cx="137160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Save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749040" y="2606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212080" y="2148840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5486400" y="1737360"/>
            <a:ext cx="137160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0" y="1737360"/>
            <a:ext cx="137160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Commit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394960" y="2606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requirements.txt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858000" y="2148840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7132320" y="1737360"/>
            <a:ext cx="1371600" cy="822960"/>
          </a:xfrm>
          <a:prstGeom prst="roundRect">
            <a:avLst>
              <a:gd name="adj" fmla="val 888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132320" y="1737360"/>
            <a:ext cx="137160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Recreate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7040880" y="2606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teammate: install -r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Add .venv/ to .gitignore. Anyone can rebuild the environment from requirements.txt.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Demo 3: environment and pipeline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961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Project folder | script: setup_env.sh (macOS / Linux)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1828800" cy="64008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325880"/>
            <a:ext cx="182880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Create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377440" y="1645920"/>
            <a:ext cx="246888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Text 5"/>
          <p:cNvSpPr txBox="1"/>
          <p:nvPr/>
        </p:nvSpPr>
        <p:spPr>
          <a:xfrm>
            <a:off x="548640" y="2011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python -m venv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2331720"/>
            <a:ext cx="1828800" cy="14173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237744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3"/>
                </a:solidFill>
              </a:rPr>
              <a:t>venv, activate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Make and activate .venv in the project folder.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624328" y="1325880"/>
            <a:ext cx="1828800" cy="64008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624328" y="1325880"/>
            <a:ext cx="182880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Install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453128" y="1645920"/>
            <a:ext cx="246888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2624328" y="2011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pip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624328" y="2331720"/>
            <a:ext cx="1828800" cy="14173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715768" y="237744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3"/>
                </a:solidFill>
              </a:rPr>
              <a:t>requirements.txt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numpy, pandas, pyarrow, pytest.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700016" y="1325880"/>
            <a:ext cx="182880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700016" y="1325880"/>
            <a:ext cx="182880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Test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528816" y="1645920"/>
            <a:ext cx="246888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0" name="Text 17"/>
          <p:cNvSpPr txBox="1"/>
          <p:nvPr/>
        </p:nvSpPr>
        <p:spPr>
          <a:xfrm>
            <a:off x="4700016" y="2011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pytest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700016" y="2331720"/>
            <a:ext cx="1828800" cy="14173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791456" y="237744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13 tests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Run the tests for every toolkit module.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775704" y="1325880"/>
            <a:ext cx="182880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775704" y="1325880"/>
            <a:ext cx="182880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Run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775704" y="2011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scripts/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775704" y="2331720"/>
            <a:ext cx="1828800" cy="14173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867144" y="237744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run_pipeline.py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Raw csv in, clean parquet out, with logs.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48640" y="3931920"/>
            <a:ext cx="8046720" cy="7772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31520" y="393192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Watch for: 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13 tests pass. The pipeline turns 3,025 raw rows into 3,000 clean rows in data/processed/customers.parquet. .venv and data/ are listed in .gitignore.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Where this code is used later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097280"/>
            <a:ext cx="2834640" cy="384048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0972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config.py, logger.py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383280" y="1289304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7" name="Text 4"/>
          <p:cNvSpPr txBox="1"/>
          <p:nvPr/>
        </p:nvSpPr>
        <p:spPr>
          <a:xfrm>
            <a:off x="3749040" y="109728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Every later script: paths, settings, readable logs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2834640" cy="384048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15544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utils.set_seed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83280" y="1746504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1" name="Text 8"/>
          <p:cNvSpPr txBox="1"/>
          <p:nvPr/>
        </p:nvSpPr>
        <p:spPr>
          <a:xfrm>
            <a:off x="3749040" y="155448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Repeatable training and experiments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2011680"/>
            <a:ext cx="2834640" cy="384048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20116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data_io.py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383280" y="2203704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5" name="Text 12"/>
          <p:cNvSpPr txBox="1"/>
          <p:nvPr/>
        </p:nvSpPr>
        <p:spPr>
          <a:xfrm>
            <a:off x="3749040" y="201168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Loading data in pipelines, training and serving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2468880"/>
            <a:ext cx="2834640" cy="384048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24688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cleaning.py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383280" y="2660904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9" name="Text 16"/>
          <p:cNvSpPr txBox="1"/>
          <p:nvPr/>
        </p:nvSpPr>
        <p:spPr>
          <a:xfrm>
            <a:off x="3749040" y="246888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Data preparation stage of any pipeline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48640" y="2926080"/>
            <a:ext cx="2834640" cy="384048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0080" y="29260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features.py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383280" y="3118104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3" name="Text 20"/>
          <p:cNvSpPr txBox="1"/>
          <p:nvPr/>
        </p:nvSpPr>
        <p:spPr>
          <a:xfrm>
            <a:off x="3749040" y="292608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Same feature code in training and serving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48640" y="3383280"/>
            <a:ext cx="2834640" cy="384048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0080" y="33832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validation.py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383280" y="3575304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7" name="Text 24"/>
          <p:cNvSpPr txBox="1"/>
          <p:nvPr/>
        </p:nvSpPr>
        <p:spPr>
          <a:xfrm>
            <a:off x="3749040" y="338328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Data checks before training; profile as a drift baseline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548640" y="3840480"/>
            <a:ext cx="2834640" cy="384048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40080" y="38404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tests/, requirements.txt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3383280" y="4032504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1" name="Text 28"/>
          <p:cNvSpPr txBox="1"/>
          <p:nvPr/>
        </p:nvSpPr>
        <p:spPr>
          <a:xfrm>
            <a:off x="3749040" y="384048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Automatic checks (CI) and the same environment everywhere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Common mistakes and good habits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188720"/>
            <a:ext cx="2514600" cy="15544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188720"/>
            <a:ext cx="2514600" cy="7315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3716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Copy before changing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8288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df.copy(): no surprise edits to the original.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337560" y="1188720"/>
            <a:ext cx="2514600" cy="15544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37560" y="1188720"/>
            <a:ext cx="2514600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520440" y="13716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Set a seed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3520440" y="18288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Same seed, same result.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126480" y="1188720"/>
            <a:ext cx="2514600" cy="15544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26480" y="1188720"/>
            <a:ext cx="2514600" cy="7315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09360" y="13716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Check merge shapes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309360" y="18288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Row counts should make sense.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2926080"/>
            <a:ext cx="2514600" cy="15544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48640" y="2926080"/>
            <a:ext cx="2514600" cy="73152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31089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Validate your data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35661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Stop bad data early.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3337560" y="2926080"/>
            <a:ext cx="2514600" cy="15544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337560" y="2926080"/>
            <a:ext cx="2514600" cy="73152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520440" y="31089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One env per project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3520440" y="35661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Never install into system Python.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126480" y="2926080"/>
            <a:ext cx="2514600" cy="15544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126480" y="2926080"/>
            <a:ext cx="2514600" cy="7315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309360" y="31089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Ignore .venv and data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6309360" y="35661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Both are in .gitignore.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Practice and homework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188720"/>
            <a:ext cx="3931920" cy="27432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188720"/>
            <a:ext cx="3931920" cy="7315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3716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 class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828800"/>
            <a:ext cx="3566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Run notebooks 01, 02, 03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Run setup_env.sh and the tests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Run run_pipeline.py and open the parquet file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1188720"/>
            <a:ext cx="3931920" cy="27432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63440" y="1188720"/>
            <a:ext cx="3931920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46320" y="13716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Homework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4846320" y="1828800"/>
            <a:ext cx="3566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Add a function and a test: cap outliers by IQR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Add one more rule to SCHEMA and break it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Build your own .venv from requirements.txt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Push the toolkit to GitHub through a pull request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Bring your run_pipeline.py output to the next class.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LOps">
  <a:themeElements>
    <a:clrScheme name="MLOps">
      <a:dk1>
        <a:srgbClr val="1B1F2A"/>
      </a:dk1>
      <a:lt1>
        <a:srgbClr val="FFFFFF"/>
      </a:lt1>
      <a:dk2>
        <a:srgbClr val="12344D"/>
      </a:dk2>
      <a:lt2>
        <a:srgbClr val="F2F5F8"/>
      </a:lt2>
      <a:accent1>
        <a:srgbClr val="0F9D8A"/>
      </a:accent1>
      <a:accent2>
        <a:srgbClr val="2F6FDE"/>
      </a:accent2>
      <a:accent3>
        <a:srgbClr val="F5A623"/>
      </a:accent3>
      <a:accent4>
        <a:srgbClr val="E4572E"/>
      </a:accent4>
      <a:accent5>
        <a:srgbClr val="6B7A8F"/>
      </a:accent5>
      <a:accent6>
        <a:srgbClr val="8E5BD9"/>
      </a:accent6>
      <a:hlink>
        <a:srgbClr val="2F6FDE"/>
      </a:hlink>
      <a:folHlink>
        <a:srgbClr val="6B7A8F"/>
      </a:folHlink>
    </a:clrScheme>
    <a:fontScheme name="MLOp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2026-10-19T11:24:52Z</dcterms:created>
  <dcterms:modified xsi:type="dcterms:W3CDTF">2026-10-19T11:24:52Z</dcterms:modified>
</cp:coreProperties>
</file>